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40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0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8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1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3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8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521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1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8014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87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23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8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Security Log Threat Timeline Report Wireframe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&amp; Visualization Plan - Oriah Molton-Bowman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508759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645152" y="1508759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3108960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Threat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5152" y="3108960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Indicators /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709161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4709161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Raw Event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Wireframe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188720"/>
            <a:ext cx="210312" cy="5010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40180" y="1408176"/>
            <a:ext cx="3291840" cy="9875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Time | Severity | Event Type</a:t>
            </a:r>
          </a:p>
          <a:p>
            <a:r>
              <a:rPr dirty="0"/>
              <a:t>Host | User</a:t>
            </a:r>
          </a:p>
          <a:p>
            <a:r>
              <a:rPr dirty="0"/>
              <a:t>Short Description</a:t>
            </a:r>
          </a:p>
          <a:p>
            <a:r>
              <a:rPr dirty="0"/>
              <a:t>[Expand Details]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0744" y="2624328"/>
            <a:ext cx="3410712" cy="9875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Time | Severity | Event Type</a:t>
            </a:r>
          </a:p>
          <a:p>
            <a:r>
              <a:rPr dirty="0"/>
              <a:t>Host | User</a:t>
            </a:r>
          </a:p>
          <a:p>
            <a:r>
              <a:rPr dirty="0"/>
              <a:t>Short Description</a:t>
            </a:r>
          </a:p>
          <a:p>
            <a:r>
              <a:rPr dirty="0"/>
              <a:t>[Expand Details]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9888" y="3840480"/>
            <a:ext cx="3328416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Time | Severity | Event Type</a:t>
            </a:r>
          </a:p>
          <a:p>
            <a:r>
              <a:rPr dirty="0"/>
              <a:t>Host | User</a:t>
            </a:r>
          </a:p>
          <a:p>
            <a:r>
              <a:rPr dirty="0"/>
              <a:t>Short Description</a:t>
            </a:r>
          </a:p>
          <a:p>
            <a:r>
              <a:rPr dirty="0"/>
              <a:t>[Expand Details]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7592" y="5212080"/>
            <a:ext cx="3410712" cy="9875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Time | Severity | Event Type</a:t>
            </a:r>
          </a:p>
          <a:p>
            <a:r>
              <a:rPr dirty="0"/>
              <a:t>Host | User</a:t>
            </a:r>
          </a:p>
          <a:p>
            <a:r>
              <a:rPr dirty="0"/>
              <a:t>Short Description</a:t>
            </a:r>
          </a:p>
          <a:p>
            <a:r>
              <a:rPr dirty="0"/>
              <a:t>[Expand Details]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6D7BD0-93C3-FD2D-0FE8-3F9D6205DC71}"/>
              </a:ext>
            </a:extLst>
          </p:cNvPr>
          <p:cNvCxnSpPr>
            <a:cxnSpLocks/>
          </p:cNvCxnSpPr>
          <p:nvPr/>
        </p:nvCxnSpPr>
        <p:spPr>
          <a:xfrm>
            <a:off x="457200" y="1188720"/>
            <a:ext cx="0" cy="484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46504"/>
            <a:ext cx="53858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Filter by severity</a:t>
            </a:r>
          </a:p>
          <a:p>
            <a:r>
              <a:rPr dirty="0"/>
              <a:t>• Search by host/user/event type</a:t>
            </a:r>
          </a:p>
          <a:p>
            <a:r>
              <a:rPr dirty="0"/>
              <a:t>• Expand timeline events</a:t>
            </a:r>
          </a:p>
          <a:p>
            <a:r>
              <a:rPr dirty="0"/>
              <a:t>• Sort by timestamp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Backend Data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02536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timestamp</a:t>
            </a:r>
          </a:p>
          <a:p>
            <a:r>
              <a:rPr dirty="0"/>
              <a:t>source</a:t>
            </a:r>
          </a:p>
          <a:p>
            <a:r>
              <a:rPr dirty="0"/>
              <a:t>host</a:t>
            </a:r>
          </a:p>
          <a:p>
            <a:r>
              <a:rPr dirty="0"/>
              <a:t>user</a:t>
            </a:r>
          </a:p>
          <a:p>
            <a:r>
              <a:rPr dirty="0" err="1"/>
              <a:t>event_type</a:t>
            </a:r>
            <a:endParaRPr dirty="0"/>
          </a:p>
          <a:p>
            <a:r>
              <a:rPr dirty="0"/>
              <a:t>severity</a:t>
            </a:r>
          </a:p>
          <a:p>
            <a:r>
              <a:rPr dirty="0"/>
              <a:t>description</a:t>
            </a:r>
          </a:p>
          <a:p>
            <a:r>
              <a:rPr dirty="0" err="1"/>
              <a:t>raw_event</a:t>
            </a:r>
            <a:endParaRPr dirty="0"/>
          </a:p>
          <a:p>
            <a:r>
              <a:rPr dirty="0"/>
              <a:t>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129</Words>
  <Application>Microsoft Office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Security Log Threat Timeline Report Wireframe</vt:lpstr>
      <vt:lpstr>Report Layout</vt:lpstr>
      <vt:lpstr>Timeline Wireframe</vt:lpstr>
      <vt:lpstr>Timeline Interactions</vt:lpstr>
      <vt:lpstr>Backend Data Needed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Molton-bowman, Oriah D</cp:lastModifiedBy>
  <cp:revision>2</cp:revision>
  <dcterms:created xsi:type="dcterms:W3CDTF">2013-01-27T09:14:16Z</dcterms:created>
  <dcterms:modified xsi:type="dcterms:W3CDTF">2026-06-20T00:57:25Z</dcterms:modified>
  <cp:category/>
</cp:coreProperties>
</file>