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61" r:id="rId4"/>
    <p:sldId id="259" r:id="rId5"/>
    <p:sldId id="262" r:id="rId6"/>
    <p:sldId id="260" r:id="rId7"/>
    <p:sldId id="265" r:id="rId8"/>
    <p:sldId id="264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3694C-9317-4B2A-974A-F145150EE13C}" v="11" dt="2026-06-27T02:02:08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 snapToObjects="1">
      <p:cViewPr>
        <p:scale>
          <a:sx n="45" d="100"/>
          <a:sy n="45" d="100"/>
        </p:scale>
        <p:origin x="228" y="5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lton-bowman, Oriah D" userId="eb34ff27-330c-4512-9934-2d497cd477b2" providerId="ADAL" clId="{D1A76861-0FBB-4729-BA98-121D9FE76804}"/>
    <pc:docChg chg="undo custSel addSld delSld modSld sldOrd">
      <pc:chgData name="Molton-bowman, Oriah D" userId="eb34ff27-330c-4512-9934-2d497cd477b2" providerId="ADAL" clId="{D1A76861-0FBB-4729-BA98-121D9FE76804}" dt="2026-06-27T02:03:36.338" v="221" actId="14100"/>
      <pc:docMkLst>
        <pc:docMk/>
      </pc:docMkLst>
      <pc:sldChg chg="addSp modSp add del mod">
        <pc:chgData name="Molton-bowman, Oriah D" userId="eb34ff27-330c-4512-9934-2d497cd477b2" providerId="ADAL" clId="{D1A76861-0FBB-4729-BA98-121D9FE76804}" dt="2026-06-27T02:01:57.024" v="213"/>
        <pc:sldMkLst>
          <pc:docMk/>
          <pc:sldMk cId="0" sldId="257"/>
        </pc:sldMkLst>
        <pc:spChg chg="mod">
          <ac:chgData name="Molton-bowman, Oriah D" userId="eb34ff27-330c-4512-9934-2d497cd477b2" providerId="ADAL" clId="{D1A76861-0FBB-4729-BA98-121D9FE76804}" dt="2026-06-24T23:51:42.010" v="29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Molton-bowman, Oriah D" userId="eb34ff27-330c-4512-9934-2d497cd477b2" providerId="ADAL" clId="{D1A76861-0FBB-4729-BA98-121D9FE76804}" dt="2026-06-26T12:47:35.623" v="190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Molton-bowman, Oriah D" userId="eb34ff27-330c-4512-9934-2d497cd477b2" providerId="ADAL" clId="{D1A76861-0FBB-4729-BA98-121D9FE76804}" dt="2026-06-26T12:26:07.130" v="136" actId="1076"/>
          <ac:spMkLst>
            <pc:docMk/>
            <pc:sldMk cId="0" sldId="257"/>
            <ac:spMk id="8" creationId="{00000000-0000-0000-0000-000000000000}"/>
          </ac:spMkLst>
        </pc:spChg>
        <pc:spChg chg="add mod">
          <ac:chgData name="Molton-bowman, Oriah D" userId="eb34ff27-330c-4512-9934-2d497cd477b2" providerId="ADAL" clId="{D1A76861-0FBB-4729-BA98-121D9FE76804}" dt="2026-06-27T02:01:57.024" v="213"/>
          <ac:spMkLst>
            <pc:docMk/>
            <pc:sldMk cId="0" sldId="257"/>
            <ac:spMk id="9" creationId="{ED1B3288-BEAD-0954-B2D4-66DEC2DF7D8D}"/>
          </ac:spMkLst>
        </pc:spChg>
      </pc:sldChg>
      <pc:sldChg chg="addSp delSp modSp mod ord modClrScheme chgLayout">
        <pc:chgData name="Molton-bowman, Oriah D" userId="eb34ff27-330c-4512-9934-2d497cd477b2" providerId="ADAL" clId="{D1A76861-0FBB-4729-BA98-121D9FE76804}" dt="2026-06-26T12:33:46.731" v="172"/>
        <pc:sldMkLst>
          <pc:docMk/>
          <pc:sldMk cId="0" sldId="259"/>
        </pc:sldMkLst>
        <pc:spChg chg="mod ord">
          <ac:chgData name="Molton-bowman, Oriah D" userId="eb34ff27-330c-4512-9934-2d497cd477b2" providerId="ADAL" clId="{D1A76861-0FBB-4729-BA98-121D9FE76804}" dt="2026-06-26T12:33:22.416" v="164" actId="1076"/>
          <ac:spMkLst>
            <pc:docMk/>
            <pc:sldMk cId="0" sldId="259"/>
            <ac:spMk id="2" creationId="{00000000-0000-0000-0000-000000000000}"/>
          </ac:spMkLst>
        </pc:spChg>
        <pc:spChg chg="add del mod ord">
          <ac:chgData name="Molton-bowman, Oriah D" userId="eb34ff27-330c-4512-9934-2d497cd477b2" providerId="ADAL" clId="{D1A76861-0FBB-4729-BA98-121D9FE76804}" dt="2026-06-26T12:33:03.413" v="159" actId="478"/>
          <ac:spMkLst>
            <pc:docMk/>
            <pc:sldMk cId="0" sldId="259"/>
            <ac:spMk id="5" creationId="{5440CD7A-B4CC-834F-BA5A-41D3E1E86700}"/>
          </ac:spMkLst>
        </pc:spChg>
        <pc:spChg chg="add mod ord">
          <ac:chgData name="Molton-bowman, Oriah D" userId="eb34ff27-330c-4512-9934-2d497cd477b2" providerId="ADAL" clId="{D1A76861-0FBB-4729-BA98-121D9FE76804}" dt="2026-06-26T12:33:46.731" v="172"/>
          <ac:spMkLst>
            <pc:docMk/>
            <pc:sldMk cId="0" sldId="259"/>
            <ac:spMk id="6" creationId="{90E49386-F3FB-FD62-AB5D-A8AF587E7777}"/>
          </ac:spMkLst>
        </pc:spChg>
        <pc:graphicFrameChg chg="add mod modGraphic">
          <ac:chgData name="Molton-bowman, Oriah D" userId="eb34ff27-330c-4512-9934-2d497cd477b2" providerId="ADAL" clId="{D1A76861-0FBB-4729-BA98-121D9FE76804}" dt="2026-06-26T12:33:37.853" v="170" actId="14100"/>
          <ac:graphicFrameMkLst>
            <pc:docMk/>
            <pc:sldMk cId="0" sldId="259"/>
            <ac:graphicFrameMk id="4" creationId="{CED42222-EAE0-A154-5DB9-773DBA810989}"/>
          </ac:graphicFrameMkLst>
        </pc:graphicFrameChg>
      </pc:sldChg>
      <pc:sldChg chg="addSp delSp modSp mod modClrScheme chgLayout">
        <pc:chgData name="Molton-bowman, Oriah D" userId="eb34ff27-330c-4512-9934-2d497cd477b2" providerId="ADAL" clId="{D1A76861-0FBB-4729-BA98-121D9FE76804}" dt="2026-06-26T12:30:53.313" v="153" actId="20577"/>
        <pc:sldMkLst>
          <pc:docMk/>
          <pc:sldMk cId="0" sldId="260"/>
        </pc:sldMkLst>
        <pc:spChg chg="mod ord">
          <ac:chgData name="Molton-bowman, Oriah D" userId="eb34ff27-330c-4512-9934-2d497cd477b2" providerId="ADAL" clId="{D1A76861-0FBB-4729-BA98-121D9FE76804}" dt="2026-06-26T12:24:49.345" v="129" actId="700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Molton-bowman, Oriah D" userId="eb34ff27-330c-4512-9934-2d497cd477b2" providerId="ADAL" clId="{D1A76861-0FBB-4729-BA98-121D9FE76804}" dt="2026-06-26T12:25:02.205" v="133" actId="478"/>
          <ac:spMkLst>
            <pc:docMk/>
            <pc:sldMk cId="0" sldId="260"/>
            <ac:spMk id="3" creationId="{00000000-0000-0000-0000-000000000000}"/>
          </ac:spMkLst>
        </pc:spChg>
        <pc:spChg chg="add mod ord">
          <ac:chgData name="Molton-bowman, Oriah D" userId="eb34ff27-330c-4512-9934-2d497cd477b2" providerId="ADAL" clId="{D1A76861-0FBB-4729-BA98-121D9FE76804}" dt="2026-06-26T12:30:53.313" v="153" actId="20577"/>
          <ac:spMkLst>
            <pc:docMk/>
            <pc:sldMk cId="0" sldId="260"/>
            <ac:spMk id="4" creationId="{9033DBA4-4780-0752-58A3-46B240E4E925}"/>
          </ac:spMkLst>
        </pc:spChg>
      </pc:sldChg>
      <pc:sldChg chg="addSp modSp new mod modClrScheme chgLayout">
        <pc:chgData name="Molton-bowman, Oriah D" userId="eb34ff27-330c-4512-9934-2d497cd477b2" providerId="ADAL" clId="{D1A76861-0FBB-4729-BA98-121D9FE76804}" dt="2026-06-26T12:31:53.930" v="154"/>
        <pc:sldMkLst>
          <pc:docMk/>
          <pc:sldMk cId="2044477509" sldId="261"/>
        </pc:sldMkLst>
        <pc:spChg chg="mod ord">
          <ac:chgData name="Molton-bowman, Oriah D" userId="eb34ff27-330c-4512-9934-2d497cd477b2" providerId="ADAL" clId="{D1A76861-0FBB-4729-BA98-121D9FE76804}" dt="2026-06-26T12:25:10.475" v="134" actId="700"/>
          <ac:spMkLst>
            <pc:docMk/>
            <pc:sldMk cId="2044477509" sldId="261"/>
            <ac:spMk id="2" creationId="{D790D0A1-DD71-2127-B4D8-47A4266250B8}"/>
          </ac:spMkLst>
        </pc:spChg>
        <pc:spChg chg="add mod ord">
          <ac:chgData name="Molton-bowman, Oriah D" userId="eb34ff27-330c-4512-9934-2d497cd477b2" providerId="ADAL" clId="{D1A76861-0FBB-4729-BA98-121D9FE76804}" dt="2026-06-26T12:31:53.930" v="154"/>
          <ac:spMkLst>
            <pc:docMk/>
            <pc:sldMk cId="2044477509" sldId="261"/>
            <ac:spMk id="3" creationId="{54B12D88-ECB2-C627-110C-4E910BCA190F}"/>
          </ac:spMkLst>
        </pc:spChg>
      </pc:sldChg>
      <pc:sldChg chg="addSp modSp new mod ord modClrScheme chgLayout">
        <pc:chgData name="Molton-bowman, Oriah D" userId="eb34ff27-330c-4512-9934-2d497cd477b2" providerId="ADAL" clId="{D1A76861-0FBB-4729-BA98-121D9FE76804}" dt="2026-06-26T12:34:50.569" v="186" actId="20577"/>
        <pc:sldMkLst>
          <pc:docMk/>
          <pc:sldMk cId="4211247720" sldId="262"/>
        </pc:sldMkLst>
        <pc:spChg chg="mod ord">
          <ac:chgData name="Molton-bowman, Oriah D" userId="eb34ff27-330c-4512-9934-2d497cd477b2" providerId="ADAL" clId="{D1A76861-0FBB-4729-BA98-121D9FE76804}" dt="2026-06-26T12:24:46.183" v="128" actId="700"/>
          <ac:spMkLst>
            <pc:docMk/>
            <pc:sldMk cId="4211247720" sldId="262"/>
            <ac:spMk id="2" creationId="{FF1A7967-88DE-611E-4CD8-94377829EB64}"/>
          </ac:spMkLst>
        </pc:spChg>
        <pc:spChg chg="add mod ord">
          <ac:chgData name="Molton-bowman, Oriah D" userId="eb34ff27-330c-4512-9934-2d497cd477b2" providerId="ADAL" clId="{D1A76861-0FBB-4729-BA98-121D9FE76804}" dt="2026-06-26T12:34:50.569" v="186" actId="20577"/>
          <ac:spMkLst>
            <pc:docMk/>
            <pc:sldMk cId="4211247720" sldId="262"/>
            <ac:spMk id="3" creationId="{26C0F50A-DB32-F50B-3E62-807CE9E742BA}"/>
          </ac:spMkLst>
        </pc:spChg>
      </pc:sldChg>
      <pc:sldChg chg="addSp modSp new del mod modClrScheme chgLayout">
        <pc:chgData name="Molton-bowman, Oriah D" userId="eb34ff27-330c-4512-9934-2d497cd477b2" providerId="ADAL" clId="{D1A76861-0FBB-4729-BA98-121D9FE76804}" dt="2026-06-26T12:34:04.580" v="173" actId="47"/>
        <pc:sldMkLst>
          <pc:docMk/>
          <pc:sldMk cId="678381996" sldId="263"/>
        </pc:sldMkLst>
        <pc:spChg chg="mod ord">
          <ac:chgData name="Molton-bowman, Oriah D" userId="eb34ff27-330c-4512-9934-2d497cd477b2" providerId="ADAL" clId="{D1A76861-0FBB-4729-BA98-121D9FE76804}" dt="2026-06-26T12:24:42.463" v="127" actId="700"/>
          <ac:spMkLst>
            <pc:docMk/>
            <pc:sldMk cId="678381996" sldId="263"/>
            <ac:spMk id="2" creationId="{95483BE1-21D8-E9CE-2C0E-36725E1C74F6}"/>
          </ac:spMkLst>
        </pc:spChg>
        <pc:spChg chg="add mod ord">
          <ac:chgData name="Molton-bowman, Oriah D" userId="eb34ff27-330c-4512-9934-2d497cd477b2" providerId="ADAL" clId="{D1A76861-0FBB-4729-BA98-121D9FE76804}" dt="2026-06-26T12:24:42.463" v="127" actId="700"/>
          <ac:spMkLst>
            <pc:docMk/>
            <pc:sldMk cId="678381996" sldId="263"/>
            <ac:spMk id="3" creationId="{4817B253-13F1-7070-21B1-1D64F7AA5581}"/>
          </ac:spMkLst>
        </pc:spChg>
      </pc:sldChg>
      <pc:sldChg chg="addSp delSp modSp new mod modClrScheme chgLayout">
        <pc:chgData name="Molton-bowman, Oriah D" userId="eb34ff27-330c-4512-9934-2d497cd477b2" providerId="ADAL" clId="{D1A76861-0FBB-4729-BA98-121D9FE76804}" dt="2026-06-26T12:30:20.009" v="140"/>
        <pc:sldMkLst>
          <pc:docMk/>
          <pc:sldMk cId="966405823" sldId="264"/>
        </pc:sldMkLst>
        <pc:spChg chg="del mod ord">
          <ac:chgData name="Molton-bowman, Oriah D" userId="eb34ff27-330c-4512-9934-2d497cd477b2" providerId="ADAL" clId="{D1A76861-0FBB-4729-BA98-121D9FE76804}" dt="2026-06-26T12:24:38.268" v="126" actId="700"/>
          <ac:spMkLst>
            <pc:docMk/>
            <pc:sldMk cId="966405823" sldId="264"/>
            <ac:spMk id="2" creationId="{335B0539-18F2-FDD5-8BA0-9E9E70B41778}"/>
          </ac:spMkLst>
        </pc:spChg>
        <pc:spChg chg="add mod ord">
          <ac:chgData name="Molton-bowman, Oriah D" userId="eb34ff27-330c-4512-9934-2d497cd477b2" providerId="ADAL" clId="{D1A76861-0FBB-4729-BA98-121D9FE76804}" dt="2026-06-26T12:26:24.319" v="137"/>
          <ac:spMkLst>
            <pc:docMk/>
            <pc:sldMk cId="966405823" sldId="264"/>
            <ac:spMk id="3" creationId="{7E9DB1FC-EC95-8325-2BF5-2A497F29A481}"/>
          </ac:spMkLst>
        </pc:spChg>
        <pc:spChg chg="add mod ord">
          <ac:chgData name="Molton-bowman, Oriah D" userId="eb34ff27-330c-4512-9934-2d497cd477b2" providerId="ADAL" clId="{D1A76861-0FBB-4729-BA98-121D9FE76804}" dt="2026-06-26T12:30:20.009" v="140"/>
          <ac:spMkLst>
            <pc:docMk/>
            <pc:sldMk cId="966405823" sldId="264"/>
            <ac:spMk id="4" creationId="{A6E714B6-2448-4452-F937-F7117BA00BBF}"/>
          </ac:spMkLst>
        </pc:spChg>
      </pc:sldChg>
      <pc:sldChg chg="addSp delSp modSp new del mod modClrScheme chgLayout">
        <pc:chgData name="Molton-bowman, Oriah D" userId="eb34ff27-330c-4512-9934-2d497cd477b2" providerId="ADAL" clId="{D1A76861-0FBB-4729-BA98-121D9FE76804}" dt="2026-06-26T12:32:20.582" v="157" actId="47"/>
        <pc:sldMkLst>
          <pc:docMk/>
          <pc:sldMk cId="2362674812" sldId="265"/>
        </pc:sldMkLst>
        <pc:spChg chg="del mod ord">
          <ac:chgData name="Molton-bowman, Oriah D" userId="eb34ff27-330c-4512-9934-2d497cd477b2" providerId="ADAL" clId="{D1A76861-0FBB-4729-BA98-121D9FE76804}" dt="2026-06-26T12:29:25.531" v="139" actId="700"/>
          <ac:spMkLst>
            <pc:docMk/>
            <pc:sldMk cId="2362674812" sldId="265"/>
            <ac:spMk id="2" creationId="{A82F2525-629E-27FD-C155-29CE24CAD219}"/>
          </ac:spMkLst>
        </pc:spChg>
        <pc:spChg chg="add mod ord">
          <ac:chgData name="Molton-bowman, Oriah D" userId="eb34ff27-330c-4512-9934-2d497cd477b2" providerId="ADAL" clId="{D1A76861-0FBB-4729-BA98-121D9FE76804}" dt="2026-06-26T12:29:25.531" v="139" actId="700"/>
          <ac:spMkLst>
            <pc:docMk/>
            <pc:sldMk cId="2362674812" sldId="265"/>
            <ac:spMk id="3" creationId="{D889DB0D-DE34-172C-5F51-E10372DBB0B6}"/>
          </ac:spMkLst>
        </pc:spChg>
        <pc:spChg chg="add mod ord">
          <ac:chgData name="Molton-bowman, Oriah D" userId="eb34ff27-330c-4512-9934-2d497cd477b2" providerId="ADAL" clId="{D1A76861-0FBB-4729-BA98-121D9FE76804}" dt="2026-06-26T12:29:25.531" v="139" actId="700"/>
          <ac:spMkLst>
            <pc:docMk/>
            <pc:sldMk cId="2362674812" sldId="265"/>
            <ac:spMk id="4" creationId="{37B36904-5D23-8AB0-148B-55D31607C774}"/>
          </ac:spMkLst>
        </pc:spChg>
      </pc:sldChg>
      <pc:sldChg chg="addSp delSp modSp new mod ord setBg">
        <pc:chgData name="Molton-bowman, Oriah D" userId="eb34ff27-330c-4512-9934-2d497cd477b2" providerId="ADAL" clId="{D1A76861-0FBB-4729-BA98-121D9FE76804}" dt="2026-06-27T02:03:11.245" v="218" actId="478"/>
        <pc:sldMkLst>
          <pc:docMk/>
          <pc:sldMk cId="3176160731" sldId="265"/>
        </pc:sldMkLst>
        <pc:spChg chg="mod">
          <ac:chgData name="Molton-bowman, Oriah D" userId="eb34ff27-330c-4512-9934-2d497cd477b2" providerId="ADAL" clId="{D1A76861-0FBB-4729-BA98-121D9FE76804}" dt="2026-06-26T12:47:59.715" v="193" actId="26606"/>
          <ac:spMkLst>
            <pc:docMk/>
            <pc:sldMk cId="3176160731" sldId="265"/>
            <ac:spMk id="2" creationId="{A67E4186-C03B-1887-B7C9-D4B7EEBDA06C}"/>
          </ac:spMkLst>
        </pc:spChg>
        <pc:spChg chg="del">
          <ac:chgData name="Molton-bowman, Oriah D" userId="eb34ff27-330c-4512-9934-2d497cd477b2" providerId="ADAL" clId="{D1A76861-0FBB-4729-BA98-121D9FE76804}" dt="2026-06-26T12:47:55.029" v="192" actId="931"/>
          <ac:spMkLst>
            <pc:docMk/>
            <pc:sldMk cId="3176160731" sldId="265"/>
            <ac:spMk id="3" creationId="{1DFEA9E5-BCEA-E3C9-C640-E03FFE439ED8}"/>
          </ac:spMkLst>
        </pc:spChg>
        <pc:spChg chg="add">
          <ac:chgData name="Molton-bowman, Oriah D" userId="eb34ff27-330c-4512-9934-2d497cd477b2" providerId="ADAL" clId="{D1A76861-0FBB-4729-BA98-121D9FE76804}" dt="2026-06-26T12:47:59.715" v="193" actId="26606"/>
          <ac:spMkLst>
            <pc:docMk/>
            <pc:sldMk cId="3176160731" sldId="265"/>
            <ac:spMk id="11" creationId="{0CE8B922-C0DF-8A70-717A-B78E2C0214CB}"/>
          </ac:spMkLst>
        </pc:spChg>
        <pc:picChg chg="add del mod ord">
          <ac:chgData name="Molton-bowman, Oriah D" userId="eb34ff27-330c-4512-9934-2d497cd477b2" providerId="ADAL" clId="{D1A76861-0FBB-4729-BA98-121D9FE76804}" dt="2026-06-27T02:03:11.245" v="218" actId="478"/>
          <ac:picMkLst>
            <pc:docMk/>
            <pc:sldMk cId="3176160731" sldId="265"/>
            <ac:picMk id="5" creationId="{CD331569-7A8F-2EEA-5E0C-223AB37BE87C}"/>
          </ac:picMkLst>
        </pc:picChg>
        <pc:picChg chg="add del mod">
          <ac:chgData name="Molton-bowman, Oriah D" userId="eb34ff27-330c-4512-9934-2d497cd477b2" providerId="ADAL" clId="{D1A76861-0FBB-4729-BA98-121D9FE76804}" dt="2026-06-27T02:03:08.755" v="217" actId="478"/>
          <ac:picMkLst>
            <pc:docMk/>
            <pc:sldMk cId="3176160731" sldId="265"/>
            <ac:picMk id="7" creationId="{A662D0A1-B5C4-65BE-5254-EA820528D26C}"/>
          </ac:picMkLst>
        </pc:picChg>
      </pc:sldChg>
      <pc:sldChg chg="addSp delSp modSp new mod setBg modClrScheme chgLayout">
        <pc:chgData name="Molton-bowman, Oriah D" userId="eb34ff27-330c-4512-9934-2d497cd477b2" providerId="ADAL" clId="{D1A76861-0FBB-4729-BA98-121D9FE76804}" dt="2026-06-27T02:03:36.338" v="221" actId="14100"/>
        <pc:sldMkLst>
          <pc:docMk/>
          <pc:sldMk cId="4110027756" sldId="266"/>
        </pc:sldMkLst>
        <pc:spChg chg="mod ord">
          <ac:chgData name="Molton-bowman, Oriah D" userId="eb34ff27-330c-4512-9934-2d497cd477b2" providerId="ADAL" clId="{D1A76861-0FBB-4729-BA98-121D9FE76804}" dt="2026-06-27T02:03:25.749" v="220" actId="26606"/>
          <ac:spMkLst>
            <pc:docMk/>
            <pc:sldMk cId="4110027756" sldId="266"/>
            <ac:spMk id="2" creationId="{A432B798-071F-C2E5-083D-4FA703FCB20F}"/>
          </ac:spMkLst>
        </pc:spChg>
        <pc:spChg chg="del mod ord">
          <ac:chgData name="Molton-bowman, Oriah D" userId="eb34ff27-330c-4512-9934-2d497cd477b2" providerId="ADAL" clId="{D1A76861-0FBB-4729-BA98-121D9FE76804}" dt="2026-06-27T02:02:32.659" v="216" actId="700"/>
          <ac:spMkLst>
            <pc:docMk/>
            <pc:sldMk cId="4110027756" sldId="266"/>
            <ac:spMk id="3" creationId="{74828D7D-CA7E-D0D2-F0F7-D16D0AB535BB}"/>
          </ac:spMkLst>
        </pc:spChg>
        <pc:spChg chg="add del mod ord">
          <ac:chgData name="Molton-bowman, Oriah D" userId="eb34ff27-330c-4512-9934-2d497cd477b2" providerId="ADAL" clId="{D1A76861-0FBB-4729-BA98-121D9FE76804}" dt="2026-06-27T02:03:22.705" v="219" actId="931"/>
          <ac:spMkLst>
            <pc:docMk/>
            <pc:sldMk cId="4110027756" sldId="266"/>
            <ac:spMk id="4" creationId="{6CBF8926-EBF9-527D-14AD-A387FAD11CC0}"/>
          </ac:spMkLst>
        </pc:spChg>
        <pc:spChg chg="add mod ord">
          <ac:chgData name="Molton-bowman, Oriah D" userId="eb34ff27-330c-4512-9934-2d497cd477b2" providerId="ADAL" clId="{D1A76861-0FBB-4729-BA98-121D9FE76804}" dt="2026-06-27T02:03:25.749" v="220" actId="26606"/>
          <ac:spMkLst>
            <pc:docMk/>
            <pc:sldMk cId="4110027756" sldId="266"/>
            <ac:spMk id="5" creationId="{4AB9436A-A891-91BE-ADE9-B2AC812B95D8}"/>
          </ac:spMkLst>
        </pc:spChg>
        <pc:grpChg chg="add">
          <ac:chgData name="Molton-bowman, Oriah D" userId="eb34ff27-330c-4512-9934-2d497cd477b2" providerId="ADAL" clId="{D1A76861-0FBB-4729-BA98-121D9FE76804}" dt="2026-06-27T02:03:25.749" v="220" actId="26606"/>
          <ac:grpSpMkLst>
            <pc:docMk/>
            <pc:sldMk cId="4110027756" sldId="266"/>
            <ac:grpSpMk id="14" creationId="{CD47B983-B6A0-4BFB-8B8E-0A9312899181}"/>
          </ac:grpSpMkLst>
        </pc:grpChg>
        <pc:picChg chg="add mod ord">
          <ac:chgData name="Molton-bowman, Oriah D" userId="eb34ff27-330c-4512-9934-2d497cd477b2" providerId="ADAL" clId="{D1A76861-0FBB-4729-BA98-121D9FE76804}" dt="2026-06-27T02:03:36.338" v="221" actId="14100"/>
          <ac:picMkLst>
            <pc:docMk/>
            <pc:sldMk cId="4110027756" sldId="266"/>
            <ac:picMk id="7" creationId="{83C5CCE3-2EBB-72F5-2C1D-B924DB62C822}"/>
          </ac:picMkLst>
        </pc:picChg>
        <pc:picChg chg="add mod">
          <ac:chgData name="Molton-bowman, Oriah D" userId="eb34ff27-330c-4512-9934-2d497cd477b2" providerId="ADAL" clId="{D1A76861-0FBB-4729-BA98-121D9FE76804}" dt="2026-06-27T02:03:36.338" v="221" actId="14100"/>
          <ac:picMkLst>
            <pc:docMk/>
            <pc:sldMk cId="4110027756" sldId="266"/>
            <ac:picMk id="9" creationId="{72779427-6093-524C-4F5D-4ABC16A7BC5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8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0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81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1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3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8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9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521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1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8014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87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23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0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8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Security Log Threat Timeline Report Wireframe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&amp; Visualization Plan - Oriah Molton-Bowman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538921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645152" y="1508759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3108960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Threat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108960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Indicators /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4709161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5152" y="4709161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Raw Event Details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1B3288-BEAD-0954-B2D4-66DEC2DF7D8D}"/>
              </a:ext>
            </a:extLst>
          </p:cNvPr>
          <p:cNvSpPr/>
          <p:nvPr/>
        </p:nvSpPr>
        <p:spPr>
          <a:xfrm>
            <a:off x="2625852" y="5897882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AI Summary Output Review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D0A1-DD71-2127-B4D8-47A42662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12D88-ECB2-C627-110C-4E910BCA1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uploaded log indicates a likely multi-stage attack against WIN-SERVER-01 involving suspicious PowerShell activity, blocked outbound traffic, failed logins, and a critical ransomware alert.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47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14349"/>
            <a:ext cx="6943725" cy="439207"/>
          </a:xfrm>
        </p:spPr>
        <p:txBody>
          <a:bodyPr/>
          <a:lstStyle/>
          <a:p>
            <a:r>
              <a:rPr lang="en-US" dirty="0"/>
              <a:t>Threat Timeline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E49386-F3FB-FD62-AB5D-A8AF587E7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7699" y="953557"/>
            <a:ext cx="6943724" cy="874372"/>
          </a:xfrm>
        </p:spPr>
        <p:txBody>
          <a:bodyPr/>
          <a:lstStyle/>
          <a:p>
            <a:r>
              <a:rPr lang="en-US" dirty="0"/>
              <a:t>Indicators / Evidence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D42222-EAE0-A154-5DB9-773DBA810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910683"/>
              </p:ext>
            </p:extLst>
          </p:nvPr>
        </p:nvGraphicFramePr>
        <p:xfrm>
          <a:off x="500063" y="1827928"/>
          <a:ext cx="8341522" cy="4904204"/>
        </p:xfrm>
        <a:graphic>
          <a:graphicData uri="http://schemas.openxmlformats.org/drawingml/2006/table">
            <a:tbl>
              <a:tblPr/>
              <a:tblGrid>
                <a:gridCol w="1191646">
                  <a:extLst>
                    <a:ext uri="{9D8B030D-6E8A-4147-A177-3AD203B41FA5}">
                      <a16:colId xmlns:a16="http://schemas.microsoft.com/office/drawing/2014/main" val="1388718102"/>
                    </a:ext>
                  </a:extLst>
                </a:gridCol>
                <a:gridCol w="1191646">
                  <a:extLst>
                    <a:ext uri="{9D8B030D-6E8A-4147-A177-3AD203B41FA5}">
                      <a16:colId xmlns:a16="http://schemas.microsoft.com/office/drawing/2014/main" val="3810888891"/>
                    </a:ext>
                  </a:extLst>
                </a:gridCol>
                <a:gridCol w="1191646">
                  <a:extLst>
                    <a:ext uri="{9D8B030D-6E8A-4147-A177-3AD203B41FA5}">
                      <a16:colId xmlns:a16="http://schemas.microsoft.com/office/drawing/2014/main" val="56772813"/>
                    </a:ext>
                  </a:extLst>
                </a:gridCol>
                <a:gridCol w="1191646">
                  <a:extLst>
                    <a:ext uri="{9D8B030D-6E8A-4147-A177-3AD203B41FA5}">
                      <a16:colId xmlns:a16="http://schemas.microsoft.com/office/drawing/2014/main" val="1629329888"/>
                    </a:ext>
                  </a:extLst>
                </a:gridCol>
                <a:gridCol w="1191646">
                  <a:extLst>
                    <a:ext uri="{9D8B030D-6E8A-4147-A177-3AD203B41FA5}">
                      <a16:colId xmlns:a16="http://schemas.microsoft.com/office/drawing/2014/main" val="4198869905"/>
                    </a:ext>
                  </a:extLst>
                </a:gridCol>
                <a:gridCol w="1191646">
                  <a:extLst>
                    <a:ext uri="{9D8B030D-6E8A-4147-A177-3AD203B41FA5}">
                      <a16:colId xmlns:a16="http://schemas.microsoft.com/office/drawing/2014/main" val="1096730797"/>
                    </a:ext>
                  </a:extLst>
                </a:gridCol>
                <a:gridCol w="1191646">
                  <a:extLst>
                    <a:ext uri="{9D8B030D-6E8A-4147-A177-3AD203B41FA5}">
                      <a16:colId xmlns:a16="http://schemas.microsoft.com/office/drawing/2014/main" val="3054595583"/>
                    </a:ext>
                  </a:extLst>
                </a:gridCol>
              </a:tblGrid>
              <a:tr h="275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Time (UTC)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Severity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Event Type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Host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User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Description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Evidence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877876"/>
                  </a:ext>
                </a:extLst>
              </a:tr>
              <a:tr h="1054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2026-06-09 13:00:00</a:t>
                      </a:r>
                      <a:endParaRPr lang="en-US" sz="1400" dirty="0"/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🔴 High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Process Start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WIN-SERVER-01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alice</a:t>
                      </a:r>
                      <a:endParaRPr lang="en-US" sz="1400" dirty="0"/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PowerShell launched with an unusual encoded command.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CommandLine contains encoded command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936875"/>
                  </a:ext>
                </a:extLst>
              </a:tr>
              <a:tr h="925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2026-06-09 13:05:00</a:t>
                      </a:r>
                      <a:endParaRPr lang="en-US" sz="1400"/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🔴 High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Firewall Block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WIN-SERVER-01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unknown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Outbound connection to a suspicious IP was blocked.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Destination IP </a:t>
                      </a:r>
                      <a:r>
                        <a:rPr lang="en-US" sz="1400" b="1" dirty="0"/>
                        <a:t>203.0.113.10</a:t>
                      </a:r>
                      <a:r>
                        <a:rPr lang="en-US" sz="1400" dirty="0"/>
                        <a:t> blocked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623798"/>
                  </a:ext>
                </a:extLst>
              </a:tr>
              <a:tr h="813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2026-06-09 13:11:00</a:t>
                      </a:r>
                      <a:endParaRPr lang="en-US" sz="1400"/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🟠 Medium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Login Failure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WIN-SERVER-01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bob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Multiple failed login attempts detected.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Three failed attempts from the same account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843629"/>
                  </a:ext>
                </a:extLst>
              </a:tr>
              <a:tr h="1603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2026-06-09 13:20:00</a:t>
                      </a:r>
                      <a:endParaRPr lang="en-US" sz="1400" dirty="0"/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🔴 Critical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Malware Alert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WIN-SERVER-01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alice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Endpoint Detection and Response (EDR) reported possible ransomware behavior.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Process attempted rapid file encryption</a:t>
                      </a:r>
                    </a:p>
                  </a:txBody>
                  <a:tcPr marL="25536" marR="25536" marT="12768" marB="127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7736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7967-88DE-611E-4CD8-94377829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Recommdation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0F50A-DB32-F50B-3E62-807CE9E74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Isolate WIN-SERVER-01</a:t>
            </a:r>
          </a:p>
          <a:p>
            <a:r>
              <a:rPr lang="en-US" dirty="0"/>
              <a:t>Investigate PowerShell execution</a:t>
            </a:r>
          </a:p>
          <a:p>
            <a:r>
              <a:rPr lang="en-US" dirty="0"/>
              <a:t>Review accounts</a:t>
            </a:r>
          </a:p>
          <a:p>
            <a:r>
              <a:rPr lang="en-US" dirty="0"/>
              <a:t>Perform malware forensics</a:t>
            </a:r>
          </a:p>
          <a:p>
            <a:r>
              <a:rPr lang="en-US" dirty="0"/>
              <a:t>Verify backups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24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Finds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3DBA4-4780-0752-58A3-46B240E4E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Isolate WIN-SERVER-01</a:t>
            </a:r>
          </a:p>
          <a:p>
            <a:r>
              <a:rPr lang="en-US" dirty="0"/>
              <a:t>Investigate PowerShell execution</a:t>
            </a:r>
          </a:p>
          <a:p>
            <a:r>
              <a:rPr lang="en-US" dirty="0"/>
              <a:t> Review accounts</a:t>
            </a:r>
          </a:p>
          <a:p>
            <a:r>
              <a:rPr lang="en-US" dirty="0"/>
              <a:t> Perform malware forensics</a:t>
            </a:r>
          </a:p>
          <a:p>
            <a:r>
              <a:rPr lang="en-US" dirty="0"/>
              <a:t> Verify backups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4186-C03B-1887-B7C9-D4B7EEBD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298" y="609600"/>
            <a:ext cx="2197889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Indicators / Evidence</a:t>
            </a:r>
            <a:br>
              <a:rPr lang="en-US" sz="2800"/>
            </a:br>
            <a:endParaRPr lang="en-US" sz="280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CE8B922-C0DF-8A70-717A-B78E2C021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20" y="2160589"/>
            <a:ext cx="2197888" cy="3880773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60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9DB1FC-EC95-8325-2BF5-2A497F29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Event Details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714B6-2448-4452-F937-F7117BA0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13:00 | High | </a:t>
            </a:r>
            <a:r>
              <a:rPr lang="en-US" dirty="0" err="1"/>
              <a:t>process_start</a:t>
            </a:r>
            <a:r>
              <a:rPr lang="en-US" dirty="0"/>
              <a:t> | WIN-SERVER-01 | </a:t>
            </a:r>
            <a:r>
              <a:rPr lang="en-US" dirty="0" err="1"/>
              <a:t>alice</a:t>
            </a:r>
            <a:r>
              <a:rPr lang="en-US" dirty="0"/>
              <a:t> | Encoded command</a:t>
            </a:r>
          </a:p>
          <a:p>
            <a:r>
              <a:rPr lang="en-US" dirty="0"/>
              <a:t>13:05 | High | </a:t>
            </a:r>
            <a:r>
              <a:rPr lang="en-US" dirty="0" err="1"/>
              <a:t>firewall_block</a:t>
            </a:r>
            <a:r>
              <a:rPr lang="en-US" dirty="0"/>
              <a:t> | WIN-SERVER-01 | unknown | IP 203.0.113.10</a:t>
            </a:r>
          </a:p>
          <a:p>
            <a:r>
              <a:rPr lang="en-US" dirty="0"/>
              <a:t>13:11 | Medium | </a:t>
            </a:r>
            <a:r>
              <a:rPr lang="en-US" dirty="0" err="1"/>
              <a:t>login_failure</a:t>
            </a:r>
            <a:r>
              <a:rPr lang="en-US" dirty="0"/>
              <a:t> | WIN-SERVER-01 | bob | Three failed attempts</a:t>
            </a:r>
          </a:p>
          <a:p>
            <a:r>
              <a:rPr lang="en-US" dirty="0"/>
              <a:t>13:20 | Critical | </a:t>
            </a:r>
            <a:r>
              <a:rPr lang="en-US" dirty="0" err="1"/>
              <a:t>malware_alert</a:t>
            </a:r>
            <a:r>
              <a:rPr lang="en-US" dirty="0"/>
              <a:t> | WIN-SERVER-01 | </a:t>
            </a:r>
            <a:r>
              <a:rPr lang="en-US" dirty="0" err="1"/>
              <a:t>alice</a:t>
            </a:r>
            <a:r>
              <a:rPr lang="en-US" dirty="0"/>
              <a:t> | Rapid file encryption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0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D47B983-B6A0-4BFB-8B8E-0A9312899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87D359E-2BC0-4E80-8349-344117FDD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AF4AF61-2D04-4DAE-847F-6E1F155DC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9A08C175-D6BF-4FFC-87EE-A689F2EA9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B30B9849-3311-4307-8290-052D7E92B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0B1487D-1D9F-4860-B579-F2F5D4B77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1475DBA9-9AD2-44E5-A4EC-208C31F94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A8C2A015-F714-47E7-BD02-002C351A0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70338DA8-D5DD-4E66-997A-337E1DEC1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46D409C5-9807-401C-A877-361F603D2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39C35984-DCF6-4652-A465-AC0C099BD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32B798-071F-C2E5-083D-4FA703FCB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AI Summary Output Review</a:t>
            </a:r>
            <a:br>
              <a:rPr lang="en-US" sz="3600"/>
            </a:br>
            <a:endParaRPr lang="en-US" sz="36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9436A-A891-91BE-ADE9-B2AC812B9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7999" y="2160589"/>
            <a:ext cx="3308038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C5CCE3-2EBB-72F5-2C1D-B924DB62C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3052" y="1801160"/>
            <a:ext cx="3572669" cy="21703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779427-6093-524C-4F5D-4ABC16A7B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054" y="3966216"/>
            <a:ext cx="3572668" cy="19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277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3046</TotalTime>
  <Words>267</Words>
  <Application>Microsoft Office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Security Log Threat Timeline Report Wireframe</vt:lpstr>
      <vt:lpstr>Report Layout</vt:lpstr>
      <vt:lpstr>Executive Summary </vt:lpstr>
      <vt:lpstr>Threat Timeline</vt:lpstr>
      <vt:lpstr>Recommdation </vt:lpstr>
      <vt:lpstr>Key Finds </vt:lpstr>
      <vt:lpstr>Indicators / Evidence </vt:lpstr>
      <vt:lpstr>Raw Event Details </vt:lpstr>
      <vt:lpstr>AI Summary Output Review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Molton-bowman, Oriah D</cp:lastModifiedBy>
  <cp:revision>2</cp:revision>
  <dcterms:created xsi:type="dcterms:W3CDTF">2013-01-27T09:14:16Z</dcterms:created>
  <dcterms:modified xsi:type="dcterms:W3CDTF">2026-06-27T02:03:45Z</dcterms:modified>
  <cp:category/>
</cp:coreProperties>
</file>