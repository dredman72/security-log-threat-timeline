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1325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Intelligent Security Log Summarization</a:t>
            </a:r>
            <a:br/>
            <a:r>
              <a:t>and Threat Timeline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788920"/>
            <a:ext cx="9601200" cy="34747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CSC 482 Capstone Project 2 | Project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246120"/>
            <a:ext cx="987552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400" b="0">
                <a:solidFill>
                  <a:srgbClr val="C4E6FF"/>
                </a:solidFill>
                <a:latin typeface="Aptos"/>
              </a:defRPr>
            </a:pPr>
            <a:r>
              <a:t>GitHub: https://github.com/Dredman72/security-log-threat-timeline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605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54864" cy="109728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06824"/>
            <a:ext cx="2926079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Derrick Redman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27448"/>
            <a:ext cx="2926079" cy="41147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Team Lead + AI/LLM Specialist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1605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4160520"/>
            <a:ext cx="54864" cy="109728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306824"/>
            <a:ext cx="2926079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Zion Moore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727448"/>
            <a:ext cx="2926079" cy="41147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Backend &amp; Log Processing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1605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4160520"/>
            <a:ext cx="54864" cy="109728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4306824"/>
            <a:ext cx="2926079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Oriah Molton-Bowman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4727448"/>
            <a:ext cx="2926079" cy="41147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Frontend &amp; Visualization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Presentation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52637B"/>
                </a:solidFill>
                <a:latin typeface="Aptos"/>
              </a:defRPr>
            </a:pPr>
            <a:r>
              <a:t>15 minute presentation + 8 minute demo + 5 minute Q&amp;A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4864" cy="338328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15 Minute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Problem and project goal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Architecture and workflow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Team contributions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Testing, lessons learned, future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54864" cy="3383280"/>
          </a:xfrm>
          <a:prstGeom prst="rect">
            <a:avLst/>
          </a:prstGeom>
          <a:solidFill>
            <a:srgbClr val="BC7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92224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8 Minute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1284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Open Flask app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Paste or upload security logs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Review generated report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Download JSON and HTML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54864" cy="3383280"/>
          </a:xfrm>
          <a:prstGeom prst="rect">
            <a:avLst/>
          </a:prstGeom>
          <a:solidFill>
            <a:srgbClr val="BE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2224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5 Minute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Explain design choices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Discuss limitations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Answer deployment and testing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Problem and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D1826"/>
                </a:solidFill>
                <a:latin typeface="Aptos"/>
              </a:defRPr>
            </a:pPr>
            <a:r>
              <a:t>Security analysts often review large volumes of Windows, firewall, authentication, Sysmon, and EDR logs.</a:t>
            </a:r>
          </a:p>
          <a:p>
            <a:pPr>
              <a:spcAft>
                <a:spcPts val="800"/>
              </a:spcAft>
              <a:defRPr sz="1900">
                <a:solidFill>
                  <a:srgbClr val="0D1826"/>
                </a:solidFill>
                <a:latin typeface="Aptos"/>
              </a:defRPr>
            </a:pPr>
            <a:r>
              <a:t>Important events can be buried in repeated failures, noisy network activity, and raw technical details.</a:t>
            </a:r>
          </a:p>
          <a:p>
            <a:pPr>
              <a:spcAft>
                <a:spcPts val="800"/>
              </a:spcAft>
              <a:defRPr sz="1900">
                <a:solidFill>
                  <a:srgbClr val="0D1826"/>
                </a:solidFill>
                <a:latin typeface="Aptos"/>
              </a:defRPr>
            </a:pPr>
            <a:r>
              <a:t>Manual review makes it difficult to quickly explain what happened, when it happened, and why it matters.</a:t>
            </a:r>
          </a:p>
          <a:p>
            <a:pPr>
              <a:spcAft>
                <a:spcPts val="800"/>
              </a:spcAft>
              <a:defRPr sz="1900">
                <a:solidFill>
                  <a:srgbClr val="0D1826"/>
                </a:solidFill>
                <a:latin typeface="Aptos"/>
              </a:defRPr>
            </a:pPr>
            <a:r>
              <a:t>Our prototype helps convert raw log evidence into a readable security report and chronological threat timeline.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920240"/>
            <a:ext cx="43891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920240"/>
            <a:ext cx="54864" cy="265176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066544"/>
            <a:ext cx="406908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Target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87168"/>
            <a:ext cx="4069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Blue team analyst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SOC student or beginner analyst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Incident response reviewer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Instructor reviewing log analysis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Project Goal and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1663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54864" cy="352044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92224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Primary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4846320" cy="2834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Build a local Flask application that accepts uploaded or pasted security logs, uses OpenAI to summarize likely threats, and generates a chronological timeline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1663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54864" cy="3520440"/>
          </a:xfrm>
          <a:prstGeom prst="rect">
            <a:avLst/>
          </a:prstGeom>
          <a:solidFill>
            <a:srgbClr val="BC7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92224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12848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No model training required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Prototype runs locally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Deployable on Windows Server 2025 and Ubuntu 24.04 LTS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Focus on structured output, timeline generation, and report clarity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4864" cy="246888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66544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1.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87168"/>
            <a:ext cx="2194560" cy="1783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Paste logs or upload .txt, .log, .csv, .json, or .xml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92024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920240"/>
            <a:ext cx="54864" cy="2468880"/>
          </a:xfrm>
          <a:prstGeom prst="rect">
            <a:avLst/>
          </a:prstGeom>
          <a:solidFill>
            <a:srgbClr val="BC7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66544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2. 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87168"/>
            <a:ext cx="2194560" cy="1783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Normalize events into fields such as timestamp, source, user, IP, event type, severity, and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4864" cy="2468880"/>
          </a:xfrm>
          <a:prstGeom prst="rect">
            <a:avLst/>
          </a:prstGeom>
          <a:solidFill>
            <a:srgbClr val="BE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66544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3. 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87168"/>
            <a:ext cx="2194560" cy="1783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OpenAI returns structured JSON with summary, risk, attack type, timeline, and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92024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59" y="1920240"/>
            <a:ext cx="54864" cy="246888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39" y="2066544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4.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2487168"/>
            <a:ext cx="2194560" cy="1783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200" b="0">
                <a:solidFill>
                  <a:srgbClr val="0D1826"/>
                </a:solidFill>
                <a:latin typeface="Aptos"/>
              </a:defRPr>
            </a:pPr>
            <a:r>
              <a:t>Flask displays the report, parsed event preview, timeline, and download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9875520" cy="4572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defRPr sz="2000" b="1">
                <a:solidFill>
                  <a:srgbClr val="142238"/>
                </a:solidFill>
                <a:latin typeface="Aptos"/>
              </a:defRPr>
            </a:pPr>
            <a:r>
              <a:t>End-to-end result: raw evidence becomes a report-ready incident narrative.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Current Prototype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Flask web interface for log input and upload.</a:t>
            </a:r>
          </a:p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OpenAI-powered structured security summary.</a:t>
            </a:r>
          </a:p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Risk level, risk rationale, attack type, assets, indicators, findings, and recommended actions.</a:t>
            </a:r>
          </a:p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Threat timeline with timestamp, source, severity, details, and evidence.</a:t>
            </a:r>
          </a:p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Parsed event preview and downloadable JSON/HTML report output.</a:t>
            </a:r>
          </a:p>
        </p:txBody>
      </p:sp>
      <p:pic>
        <p:nvPicPr>
          <p:cNvPr id="8" name="Picture 7" descr="Flask App 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24937"/>
            <a:ext cx="6629400" cy="40482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92040" y="1600200"/>
            <a:ext cx="6629400" cy="4297680"/>
          </a:xfrm>
          <a:prstGeom prst="rect">
            <a:avLst/>
          </a:prstGeom>
          <a:noFill/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Derrick: LLM Prompt and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4864" cy="420624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498348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Structured JSON Report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498348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executive_summary and generated_at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risk_level and risk_rationale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attack_type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affected_assets and indicators_of_compromise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key_findings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timeline with evidence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recommended_actions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54864" cy="4206240"/>
          </a:xfrm>
          <a:prstGeom prst="rect">
            <a:avLst/>
          </a:prstGeom>
          <a:solidFill>
            <a:srgbClr val="BE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46504"/>
            <a:ext cx="475488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Quality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67128"/>
            <a:ext cx="475488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Return only valid JSON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Do not invent unsupported events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Cite evidence from logs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Use concise language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Handle imperfect output with fallback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Threat Timeline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Timeline events must include timestamp, source, event, severity, details, and evidence.</a:t>
            </a:r>
          </a:p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Repeated similar events should be grouped when useful.</a:t>
            </a:r>
          </a:p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Event titles should stay short and readable.</a:t>
            </a:r>
          </a:p>
          <a:p>
            <a:pPr>
              <a:spcAft>
                <a:spcPts val="500"/>
              </a:spcAft>
              <a:defRPr sz="1500">
                <a:solidFill>
                  <a:srgbClr val="0D1826"/>
                </a:solidFill>
                <a:latin typeface="Aptos"/>
              </a:defRPr>
            </a:pPr>
            <a:r>
              <a:t>High-impact events such as successful logins, privilege escalation, sensitive file access, and firewall blocks are prioritized.</a:t>
            </a:r>
          </a:p>
        </p:txBody>
      </p:sp>
      <p:pic>
        <p:nvPicPr>
          <p:cNvPr id="8" name="Picture 7" descr="OpenAI Report Outpu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982134"/>
            <a:ext cx="6355080" cy="352466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74920" y="1572768"/>
            <a:ext cx="6355080" cy="4343400"/>
          </a:xfrm>
          <a:prstGeom prst="rect">
            <a:avLst/>
          </a:prstGeom>
          <a:noFill/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Zion: Backend Parser and Data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54864" cy="438912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397764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Backend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3977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Canonical event schema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Sample log parser testing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Normalized JSON output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Parser-to-LLM input format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Upload-to-report pipeline notes</a:t>
            </a:r>
          </a:p>
        </p:txBody>
      </p:sp>
      <p:pic>
        <p:nvPicPr>
          <p:cNvPr id="11" name="Picture 10" descr="Updated Normalized Events 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099685"/>
            <a:ext cx="6217920" cy="329870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12080" y="1554480"/>
            <a:ext cx="6217920" cy="4389120"/>
          </a:xfrm>
          <a:prstGeom prst="rect">
            <a:avLst/>
          </a:prstGeom>
          <a:noFill/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Oriah: Frontend and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54864" cy="4389120"/>
          </a:xfrm>
          <a:prstGeom prst="rect">
            <a:avLst/>
          </a:prstGeom>
          <a:solidFill>
            <a:srgbClr val="BC7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397764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Frontend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3977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Report wireframe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HTML report layout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Timeline visualization plan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Report data field documentation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Readable report sections for demo review</a:t>
            </a:r>
          </a:p>
        </p:txBody>
      </p:sp>
      <p:pic>
        <p:nvPicPr>
          <p:cNvPr id="11" name="Picture 10" descr="Wirefram Power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08744"/>
            <a:ext cx="6217920" cy="328059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12080" y="1554480"/>
            <a:ext cx="6217920" cy="4389120"/>
          </a:xfrm>
          <a:prstGeom prst="rect">
            <a:avLst/>
          </a:prstGeom>
          <a:noFill/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Testing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54864" cy="452628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550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Sample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SSH brute-force/root access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Firewall block only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Suspicious PowerShell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EDR malware alert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Mixed authentication, firewall, and EDR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54864" cy="4526280"/>
          </a:xfrm>
          <a:prstGeom prst="rect">
            <a:avLst/>
          </a:prstGeom>
          <a:solidFill>
            <a:srgbClr val="BE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550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Validation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75688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Required parser fields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Prompt output structure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Timeline evidence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Fallback behavior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Downloadable JSON and HTML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54864" cy="452628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6550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075688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Prototype runs locally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Reports are readable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Timeline supports incident review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Outputs support documentation and screenshots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Milestones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0876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Lab setup, requirements, OpenAI API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1168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Initial prototypes, JSON output structure, parser schema, wireframe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1460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Parser validation checklist and early parser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01752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OpenAI integration, structured summaries, fallback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52044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Threat timeline rules, event grouping, evidence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2336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End-to-end report generation, reset, JSON/HTML downloads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2628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Integration testing, prompt consistency, multi-scenario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1">
                <a:solidFill>
                  <a:srgbClr val="098477"/>
                </a:solidFill>
                <a:latin typeface="Aptos"/>
              </a:defRPr>
            </a:pPr>
            <a:r>
              <a:t>Week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029200"/>
            <a:ext cx="8869680" cy="25603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300" b="0">
                <a:solidFill>
                  <a:srgbClr val="0D1826"/>
                </a:solidFill>
                <a:latin typeface="Aptos"/>
              </a:defRPr>
            </a:pPr>
            <a:r>
              <a:t>Final report, final presentation, final demo preparation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Team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54864" cy="434340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Derrick Redman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Team leadership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LLM prompt and JSON schema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Risk rationale and timeline rules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Report download/reset workflow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Testing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54864" cy="4343400"/>
          </a:xfrm>
          <a:prstGeom prst="rect">
            <a:avLst/>
          </a:prstGeom>
          <a:solidFill>
            <a:srgbClr val="BC7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46504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Zion Moore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Backend parser schema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Sample logs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Normalized event output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Parser-to-report workflow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Integration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00200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600200"/>
            <a:ext cx="54864" cy="4343400"/>
          </a:xfrm>
          <a:prstGeom prst="rect">
            <a:avLst/>
          </a:prstGeom>
          <a:solidFill>
            <a:srgbClr val="BE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746504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Oriah Molton-Bowman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6712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Report wireframe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Timeline layout planning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HTML report generator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Frontend report fields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Visualization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Demo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1. Open the local Flask application.</a:t>
            </a:r>
          </a:p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2. Paste or upload a sample security log file.</a:t>
            </a:r>
          </a:p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3. Click Analyze Logs.</a:t>
            </a:r>
          </a:p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4. Review the executive summary, risk level, attack type, and risk rationale.</a:t>
            </a:r>
          </a:p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5. Walk through assets, indicators, key findings, timeline, and evidence.</a:t>
            </a:r>
          </a:p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6. Show parsed event preview.</a:t>
            </a:r>
          </a:p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7. Download JSON and HTML report outputs.</a:t>
            </a:r>
          </a:p>
          <a:p>
            <a:pPr>
              <a:spcAft>
                <a:spcPts val="300"/>
              </a:spcAft>
              <a:defRPr sz="1600">
                <a:solidFill>
                  <a:srgbClr val="0D1826"/>
                </a:solidFill>
                <a:latin typeface="Aptos"/>
              </a:defRPr>
            </a:pPr>
            <a:r>
              <a:t>8. Use Reset to prepare for another scan.</a:t>
            </a:r>
          </a:p>
        </p:txBody>
      </p:sp>
      <p:pic>
        <p:nvPicPr>
          <p:cNvPr id="8" name="Picture 7" descr="Week 6 HTML Report 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3" y="1600200"/>
            <a:ext cx="4096512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89320" y="1600200"/>
            <a:ext cx="5349240" cy="4480560"/>
          </a:xfrm>
          <a:prstGeom prst="rect">
            <a:avLst/>
          </a:prstGeom>
          <a:noFill/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CSC 482 Capstone Project 2 -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3000" b="1">
                <a:solidFill>
                  <a:srgbClr val="142238"/>
                </a:solidFill>
                <a:latin typeface="Aptos"/>
              </a:defRPr>
            </a:pPr>
            <a:r>
              <a:t>Lessons Learned and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0881360" cy="27432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54864" cy="4343400"/>
          </a:xfrm>
          <a:prstGeom prst="rect">
            <a:avLst/>
          </a:prstGeom>
          <a:solidFill>
            <a:srgbClr val="09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489204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Lessons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Structured JSON makes the frontend and backend easier to connect.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Timeline evidence is critical for trust.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Parser fields must be consistent across sample log types.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Downloadable reports make testing and submission easier.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4864" cy="4343400"/>
          </a:xfrm>
          <a:prstGeom prst="rect">
            <a:avLst/>
          </a:prstGeom>
          <a:solidFill>
            <a:srgbClr val="BC7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46504"/>
            <a:ext cx="489204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>
              <a:defRPr sz="1600" b="1">
                <a:solidFill>
                  <a:srgbClr val="142238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Add broader SIEM and cloud log support.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Improve source IP and destination IP extraction.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Add user authentication and deployment hardening.</a:t>
            </a:r>
          </a:p>
          <a:p>
            <a:pPr>
              <a:spcAft>
                <a:spcPts val="0"/>
              </a:spcAft>
              <a:defRPr sz="1200">
                <a:solidFill>
                  <a:srgbClr val="0D1826"/>
                </a:solidFill>
                <a:latin typeface="Aptos"/>
              </a:defRPr>
            </a:pPr>
            <a:r>
              <a:t>Add threat intelligence enrichment and stronger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5989320"/>
            <a:ext cx="164592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defRPr sz="2800" b="1">
                <a:solidFill>
                  <a:srgbClr val="142238"/>
                </a:solidFill>
                <a:latin typeface="Aptos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